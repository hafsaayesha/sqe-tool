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bodyPr/>
          <a:lstStyle/>
          <a:p>
            <a:r>
              <a:t>CodeAudit planned presentation design costs USD 90.</a:t>
            </a:r>
          </a:p>
        </p:txBody>
      </p:sp>
      <p:graphicFrame>
        <a:graphic>
          <a:graphicData>
            <a:tbl>
              <a:tblPr/>
              <a:tblGrid>
                <a:gridCol w="2000"/>
                <a:gridCol w="2000"/>
                <a:gridCol w="2000"/>
              </a:tblGrid>
              <a:tr h="1000">
                <a:tc>
                  <a:txBody>
                    <a:bodyPr/>
                    <a:lstStyle/>
                    <a:p>
                      <a: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Estimated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</a:tr>
              <a:tr h="1000">
                <a:tc>
                  <a:txBody>
                    <a:bodyPr/>
                    <a:lstStyle/>
                    <a:p>
                      <a:r>
                        <a:t>API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